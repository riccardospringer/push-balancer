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Push Balancer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CCCC"/>
                </a:solidFill>
              </a:rPr>
              <a:t>Wie eine Maschine lernt, welche Nachrichten
die Leser jetzt wirklich öffnen wollen.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Data Science — Feynman-Erklärung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BILD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</a:rPr>
              <a:t>Warum braucht es eine Maschine?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2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</a:rPr>
              <a:t>Jeden Tag: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</a:rPr>
              <a:t>📱  ~30–50 Push-Nachrichten werden gesendet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</a:rPr>
              <a:t>📰  Hunderte Artikel stehen bereit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</a:rPr>
              <a:t>⏰  Welcher Artikel zur welchen Uhrzeit?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</a:rPr>
              <a:t>🎯  Für welches Publikum?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C000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371600"/>
            <a:ext cx="5303520" cy="5029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Das Ziel: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</a:rPr>
              <a:t>Den Artikel finden,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</a:rPr>
              <a:t>der gerade jetzt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</a:rPr>
              <a:t>die meisten Leser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</a:rPr>
              <a:t>zum Öffnen bringt.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</a:rPr>
              <a:t>Jeden einzelnen Tag.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</a:rPr>
              <a:t>Jede einzelne Stunde.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Die Kennzahl: Opening Rate (OR)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</a:rPr>
              <a:t>Was wir vorhersagen wollen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3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18320" cy="128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Opening Rate  =  Öffnungen  ÷  Empfänger  × 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2651760" cy="3566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🏆  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12–18 %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WM-Finale,
Bayern-Transfer,
Trainer entlassen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834640"/>
            <a:ext cx="2651760" cy="3566160"/>
          </a:xfrm>
          <a:prstGeom prst="rect">
            <a:avLst/>
          </a:prstGeom>
          <a:solidFill>
            <a:srgbClr val="25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GUT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3337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6–10 %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406908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DFB-Aufstellung,
Verletzung Star,
Wahlnacht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2834640"/>
            <a:ext cx="2651760" cy="35661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➖ 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3337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4–6 %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406908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Aktuelles
Bundesliga-Ergebnis,
Politik-News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24544" y="2834640"/>
            <a:ext cx="2651760" cy="35661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 SCHWACH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3337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2–4 %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406908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Spieltag-Rückblick,
Auslands-Randsport,
Rezept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</a:rPr>
              <a:t>Ø aller BILD-Pushes: 4,7 %   |   8.038 Pushes analysiert (letztes Jahr)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Wie lernt die Maschine?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</a:rPr>
              <a:t>Die Feynman-Erklärung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4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146304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</a:rPr>
              <a:t>Stell dir vor, du hast 8.000 Artikel gesehen — und weißt bei jedem, wie viele Leute ihn geöffnet haben.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</a:rPr>
              <a:t>Die Maschine sucht Muster: Welche Artikel zu welcher Uhrzeit, in welchem Ressort, mit welchen Wörtern performen wie gut?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08960"/>
            <a:ext cx="2103120" cy="28346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
Vergangenheit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8.038 gesendete Pushes
mit bekannter 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4114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108960"/>
            <a:ext cx="2103120" cy="2834640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
Muster suchen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977639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Welche Faktoren
korrelieren mit hoher 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4114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3108960"/>
            <a:ext cx="2103120" cy="2834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
Modell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77639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Formel: Stunde × Ressort
× Wörter × Ähnlichkeit…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114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3108960"/>
            <a:ext cx="2103120" cy="2834640"/>
          </a:xfrm>
          <a:prstGeom prst="rect">
            <a:avLst/>
          </a:prstGeom>
          <a:solidFill>
            <a:srgbClr val="25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
Prognose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977639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Neuer Artikel →
Vorhersage OR in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114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3108960"/>
            <a:ext cx="2103120" cy="2834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
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977639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Echte OR kommt rein →
Modell korrigiert sich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035040"/>
            <a:ext cx="11430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</a:rPr>
              <a:t>⟳  Jede neue echte OR verbessert das Modell — der Kreislauf läuft 24/7.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9 Methoden — 1 Ergebnis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</a:rPr>
              <a:t>Das Ensemble-Prinzip: Kein Modell allein kennt die Wahrheit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5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148840" cy="2148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📐 Ähnlichkeit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Welche alten Artikel
klingen ähnlich?</a:t>
            </a:r>
          </a:p>
        </p:txBody>
      </p:sp>
      <p:sp>
        <p:nvSpPr>
          <p:cNvPr id="9" name="Rectangle 8"/>
          <p:cNvSpPr/>
          <p:nvPr/>
        </p:nvSpPr>
        <p:spPr>
          <a:xfrm>
            <a:off x="2615184" y="1417320"/>
            <a:ext cx="2148840" cy="2148840"/>
          </a:xfrm>
          <a:prstGeom prst="rect">
            <a:avLst/>
          </a:prstGeom>
          <a:solidFill>
            <a:srgbClr val="44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6624" y="1508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🔑 Keywords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05740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Welche Wörter haben
historisch gut performt?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1417320"/>
            <a:ext cx="2148840" cy="2148840"/>
          </a:xfrm>
          <a:prstGeom prst="rect">
            <a:avLst/>
          </a:prstGeom>
          <a:solidFill>
            <a:srgbClr val="25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1508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🏷️ Entity-OR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205740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Wie performen Beiträge
über Bayern, DFB…?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96912" y="1417320"/>
            <a:ext cx="2148840" cy="21488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1508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⏱️ Zeit × Ressort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205740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Sport um 18 Uhr ≠
Sport um 9 Uhr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37776" y="1417320"/>
            <a:ext cx="2148840" cy="2148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9216" y="1508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📋 Live-Regeln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9216" y="205740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Aktuell gelernte Muster
der letzten Tage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86200"/>
            <a:ext cx="2468880" cy="2148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776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🤖 GPT-Score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KI bewertet Wichtigkeit
&amp; Klickbarkeit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886200"/>
            <a:ext cx="2468880" cy="2148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39776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🌍 Kontext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526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Wetter, Feiertage,
Trends des Tages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886200"/>
            <a:ext cx="2468880" cy="21488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39776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🌲 LightGBM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526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Baumbasiertes ML-Modell
aus 100+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3886200"/>
            <a:ext cx="2468880" cy="21488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39776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🎯 Konkurrenz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526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Exklusiv oder
auch woanders?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04120" y="1417320"/>
            <a:ext cx="1783080" cy="2148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1508760"/>
            <a:ext cx="1783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0000"/>
                </a:solidFill>
              </a:rPr>
              <a:t>=
OR
Prognose
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</a:rPr>
              <a:t>Alle 9 Methoden werden gewichtet kombiniert. Wenn sich viele einig sind → höheres Vertrauen.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Was die Maschine sieht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</a:rPr>
              <a:t>100+ Signale pro Artikel — die wichtigsten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6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2423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4572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⏰  Timing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Uhrzeit (0–23h)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Wochentag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Primetime? (18–22h)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Minuten seit letztem 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Bundesliga-Zeitfenster?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86400" cy="2423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35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📰  Inhalt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Titellänge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Emotionale Wörter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Fragezeichen?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175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Breaking-Stil?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GPT-Wichtigkeit (1–10)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77639"/>
            <a:ext cx="5486400" cy="2423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977639"/>
            <a:ext cx="5486400" cy="4572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0416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Geschichte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262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Ø OR dieses Ressorts (7d)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920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Ø OR diese Stunde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5779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Ähnlichste alte Pushes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2355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Keyword-Performance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1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Entity-Durchschnitt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77639"/>
            <a:ext cx="5486400" cy="2423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977639"/>
            <a:ext cx="5486400" cy="4572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0416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🎯  Kontext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5262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Wie viele Pushes heute?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8920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Ähnliches Thema vor 2h?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25779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Konkurrenz berichtet auch?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2355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·  Feiertag / Wochenende?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</a:rPr>
              <a:t>→  LightGBM lernt automatisch, welche Signale am stärksten mit der Opening Rate zusammenhängen.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Was das System leistet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</a:rPr>
              <a:t>Selbst gemessene Zahlen aus der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7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2377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8.038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Pushes analysiert
(letztes Jahr)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6624" y="1371600"/>
            <a:ext cx="2011680" cy="23774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15087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4,7 %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Durchschnittliche
Opening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1371600"/>
            <a:ext cx="2011680" cy="2377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15087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kombinierte
Methoden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5472" y="1371600"/>
            <a:ext cx="2011680" cy="2377440"/>
          </a:xfrm>
          <a:prstGeom prst="rect">
            <a:avLst/>
          </a:prstGeom>
          <a:solidFill>
            <a:srgbClr val="25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15087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Features pro
Artikel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54896" y="1371600"/>
            <a:ext cx="2011680" cy="2377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6336" y="15087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20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Aktualisierungs-
zyklus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11247120" cy="411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05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Ressort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005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Pushes / Jahr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005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Ø Opening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005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Varianz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112471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4714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4714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3.737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4714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4,5 %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4714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0,2 % – 17,8 %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37176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8737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Politik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8737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1.964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8737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4,9 %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737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0,5 % – 12,1 %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39512"/>
            <a:ext cx="112471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7608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News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527608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  889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27608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5,0 %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527608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0,8 % – 14,3 %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641848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67842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Unterhaltung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67842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  651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67842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4,9 %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67842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0,6 % – 11,2 %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44183"/>
            <a:ext cx="112471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080759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Regional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6080759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  610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6080759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5,2 %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6080759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0,9 % – 13,0 %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Zusammenfassung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320040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7101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0000"/>
                </a:solidFill>
              </a:rPr>
              <a:t>Das Ziel: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27101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Vorhersagen, welcher Artikel jetzt die höchste Opening Rate erzielen wird.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320040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8541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0000"/>
                </a:solidFill>
              </a:rPr>
              <a:t>Die Basis: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8541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8.000+ historische Pushes mit bekannten Öffnungsraten — echter Datensatz.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320040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9981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0000"/>
                </a:solidFill>
              </a:rPr>
              <a:t>Das Modell: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9981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9 Methoden (Statistik, ML, KI, Kontext) werden gewichtet kombiniert.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320040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1421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0000"/>
                </a:solidFill>
              </a:rPr>
              <a:t>Das Lernen: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014215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Mit jeder echten OR passt sich das Modell an — kontinuierliches Feedback.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92040"/>
            <a:ext cx="320040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2861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0000"/>
                </a:solidFill>
              </a:rPr>
              <a:t>Der Nutzen: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92861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Redaktion bekommt einen Score (0–100) und eine OR-Prognose pro Artikel.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Die Maschine ersetzt kein redaktionelles Urteil — sie liefert Daten dafür.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